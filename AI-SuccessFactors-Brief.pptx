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68680" cy="420624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BRIEF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 for SAP SuccessFactors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8862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compliant AI on your HR system of record — deflect HR tickets, accelerate talent decisions, and surface insight your team can’t get manually.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TrueInfo Labs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run SAP SuccessFactors as your HR system of record. We add a thin, secure AI layer on top — a conversational assistant and an employee/manager portal grounded in your own SuccessFactors data and policies. It complements SAP Joule; it does not duplicate it.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&amp; demonstrable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153619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503920" y="1554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modules on real SuccessFactors APIs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2852928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30175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503920" y="30358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numbers — answers are grounded &amp; explainable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4334256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449884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503920" y="451713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options, swappable by config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488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2148840"/>
            <a:ext cx="2916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+ AI assistant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&amp; chat (your product)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62272" y="21488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070F2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26864" y="2148840"/>
            <a:ext cx="2916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service · OAuth 2.0 SAML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75320" y="21488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39912" y="2148840"/>
            <a:ext cx="2916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SuccessFactors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APIs · system of record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50208" y="2811780"/>
            <a:ext cx="457200" cy="0"/>
          </a:xfrm>
          <a:prstGeom prst="line">
            <a:avLst/>
          </a:prstGeom>
          <a:noFill/>
          <a:ln w="317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0" y="2811780"/>
            <a:ext cx="457200" cy="0"/>
          </a:xfrm>
          <a:prstGeom prst="line">
            <a:avLst/>
          </a:prstGeom>
          <a:noFill/>
          <a:ln w="317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4114800"/>
            <a:ext cx="1572768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4114800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Hub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LLM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40864" y="4114800"/>
            <a:ext cx="1545336" cy="109728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05456" y="4114800"/>
            <a:ext cx="1216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policy PDFs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17320" y="3611880"/>
            <a:ext cx="0" cy="502920"/>
          </a:xfrm>
          <a:prstGeom prst="line">
            <a:avLst/>
          </a:prstGeom>
          <a:noFill/>
          <a:ln w="31750">
            <a:solidFill>
              <a:srgbClr val="5B6B7B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3108960" y="3611880"/>
            <a:ext cx="0" cy="502920"/>
          </a:xfrm>
          <a:prstGeom prst="line">
            <a:avLst/>
          </a:prstGeom>
          <a:noFill/>
          <a:ln w="31750">
            <a:solidFill>
              <a:srgbClr val="5B6B7B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Grounded: facts come from SuccessFactors — the LLM only phrases them (no invented numbers).  ·  RBAC via XSUAA  ·  No credentials in the app.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connect — and when to use each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via BTP Destination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UI + AI assistant, in production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SAP-native, OAuth, compliant. No keys in the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81728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via direct OData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81728" y="3200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&amp; demos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1728" y="4343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stand up; you own the security controls.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55448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03336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03336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Zapier / Make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03336" y="3200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automations (digests, Slack, alerts)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03336" y="4343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No-code, async. HR data leaves to a 3rd party.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Recommended: SAP Generative AI Hub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compliant, SAP-native way to add AI to HR data — modern models (GPT, Claude, more) with enterprise governance built 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88920"/>
            <a:ext cx="566928" cy="56692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5146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on your data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HR/PII is never used to train models.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788920"/>
            <a:ext cx="566928" cy="56692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5146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 &amp; residency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safety filters and EU data residency.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526280"/>
            <a:ext cx="566928" cy="56692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425196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explainable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verified SuccessFactors data — no hallucinated numbers.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526280"/>
            <a:ext cx="566928" cy="56692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425196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(XSUAA)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sees only what the signed-in user is allowed to.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the demo environment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build runs on an SAP BTP free trial, which blocks outbound network egress. That is a trial-tier restriction — not a limitation of the solution.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606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free trial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cannot reach the public internet (egress blocked).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users can’t open it (no security-group admin).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BTP demo runs on sample data.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demo runs on an open-egress host (Netlify).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237744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F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606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87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paid / customer BTP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32004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egress to your SuccessFactors tenant is open.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 calls your tenant via the Destination.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— just SF_MODE=real + the destination.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behavior.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3840480" cy="3840480"/>
          </a:xfrm>
          <a:prstGeom prst="ellipse">
            <a:avLst/>
          </a:prstGeom>
          <a:solidFill>
            <a:srgbClr val="1C7293">
              <a:alpha val="2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4–6 weeks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ESS assistant + HR Policy Q&amp;A (RAG) on your tenant. (POC already built.)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926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generation, manager copilot, leave write-back + approvals.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2519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(attrition, pay equity), skills &amp; internal mobility.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TrueInfo Labs  ·  AI on SAP SuccessFactors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Assistant for SAP SuccessFactors</dc:title>
  <dc:subject>PptxGenJS Presentation</dc:subject>
  <dc:creator>TrueInfo Labs</dc:creator>
  <cp:lastModifiedBy>TrueInfo Labs</cp:lastModifiedBy>
  <cp:revision>1</cp:revision>
  <dcterms:created xsi:type="dcterms:W3CDTF">2026-06-24T12:24:41Z</dcterms:created>
  <dcterms:modified xsi:type="dcterms:W3CDTF">2026-06-24T12:24:41Z</dcterms:modified>
</cp:coreProperties>
</file>